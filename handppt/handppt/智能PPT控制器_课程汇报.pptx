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基于MediaPipe手势识别与Vosk离线语音的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8A2E"/>
                </a:solidFill>
                <a:latin typeface="微软雅黑" panose="020B0503020204020204" charset="-122"/>
              </a:defRPr>
            </a:pPr>
            <a:r>
              <a:t>智能PPT控制系统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——数字媒体技术中的多模态人机交互应用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数字媒体技术 课程汇报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题目与应用场景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6596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问题背景与任务定义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74320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所选模型及原理简介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52044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技术流程与实验设计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29768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43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结果展示与案例分析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507492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问题反思与改进方向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852160"/>
            <a:ext cx="731520" cy="5486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97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897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总结学习收获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  题目与应用场景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项目题目：基于MediaPipe手势识别与Vosk离线语音的智能PPT控制系统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数字媒体应用场景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会议室里：产品发布演示过程中，手势翻页 + 语音高亮关键信息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大型演讲厅：自由走动演讲，零接触控制，提升沉浸感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课堂教学：教师可同时用手势控制PPT和用激光笔指点内容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8A2E"/>
                </a:solidFill>
                <a:latin typeface="微软雅黑" panose="020B0503020204020204" charset="-122"/>
              </a:defRPr>
            </a:pPr>
            <a:r>
              <a:t>价值：手势控制 + 语音识别 = 多模态交互，让人更自然、更自由地操控数字内容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 问题背景与任务定义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1. 需要频繁走回讲台按键翻页，打断演示节奏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2. 翻页器功能单一，无法做标注或高亮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3. 想展示某段文字时，需要鼠标定位滑动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4. 演讲者活动范围受限，不能远离讲台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5. 缺乏直观的多模态交互方式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任务定义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手势控制模块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- 8种手势识别：滑动翻页、手指计数翻页、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OK切语音、大拇指首页、五指末页、握拳黑屏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语音识别模块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离线中文语音→翻页/跳转/黑屏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语音匹配幻灯片文字 → 字幕显示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系统要求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实时性：手势→翻页 &lt; 150ms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兼容主流演示软件（PPT / WPS）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双模式动态切换（手势↔语音）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 所选模型及原理简介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模型一：MediaPipe Hand Landmarker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输入：640×480 RGB图像帧（视频流）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输出：21个3D手部关键点 (x, y, z) + 置信度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为什么选择该模型：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Google MediaPipe团队专为移动端/实时场景优化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GPU推理仅需 &lt; 30ms，CPU &lt; 80ms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提供手部 21 点拓扑结构，支持灵活的手势规则判断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核心原理：先检测手掌区域（轻量BlazePalm），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再回归21个关键点在手掌坐标系中的位置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模型二：Vosk离线语音识别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   核心：CNN（时延神经网络）+ LSTM + HMM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输入：16kHz单声道PCM音频流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输出：识别文本（final结果 + partial中间结果）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为什么选择该模型：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完全离线运行，保护演讲隐私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中文识别准确率 &gt; 85%（安静环境）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支持流式推理（回调返回中间结果）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核心原理：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CNN提取声学特征 → LSTM建模时序依赖 → HMM状态解码 → 语言模型输出文字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选型逻辑：MediaPipe提供实时手部关键点 → 手势规则转化；Vosk提供离线语音 → 文本匹配。二者形成互补的双模态控制方案，覆盖"举手翻页"和"动口控制"两种场景。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 技术流程与实验设计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数据来源与预处理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→ BGR转RGB色彩空间 → 送入MediaPipe管道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音频数据：麦克风采集 16kHz 单声道PCM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→ 静音检测（SilenceTimeout=2s）→ Vosk流式引擎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PPT数据：python-pptx解析.pptx文件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→ 提取每页幻灯片文字内容，建立 页码→[文字]映射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系统处理流程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摄像头 → MediaPipe → 几何规则（8种手势）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→ 稳定性校验（连续8帧稳定）→ 模拟键盘翻页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语音识别模式（OK手势进入）：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麦克风 → Vosk流式识别 → 关键词匹配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 → 翻页/跳转/黑屏/文字匹配 → 字幕显示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模式切换机制：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OK手势 → 启动语音监听 → 进入语音模式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说"ok"/"好的" → 停止语音 → 回到手势模式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微软雅黑" panose="020B0503020204020204" charset="-122"/>
              </a:defRPr>
            </a:pPr>
            <a:r>
              <a:t>实验设计要点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评价指标：手势识别准确率、语音识别准确率、系统端到端延迟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• 测试用例：8种手势各测试20次，10句语音命令各测试10次，记录成功/失败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 结果展示与案例分析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功能验证结果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手掌右滑 → 下一页（准确率 &gt; 90%）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手掌左滑 → 上一页（准确率 &gt; 90%）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OK手势   → 切语音（准确率 &gt; 95%）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伸1指/2指 → 翻页（补充手势）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大拇指/五指/握拳 → 首页/末页/黑屏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语音识别：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翻页命令（下一页/上一页）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跳转命令（首页/末页）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✓ 语音匹配PPT文字 → 字幕显示PPT原文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模式切换：OK → 语音模式 / 说"ok" → 手势模式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评价指标与Demo展示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手势→翻页：&lt; 150ms（含8帧稳定性校验）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语音→匹配：&lt; 500ms（流式中间结果）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单帧处理：&lt; 80ms（CPU模式）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准确率指标：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OK手势识别准确率：&gt; 95%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左右滑动手势：&gt; 90%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中文语音命令：&gt; 85%（安静环境）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兼容性：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Microsoft PowerPoint ✓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• WPS Office ✓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现场Demo展示：实时摄像头画面 → 手势翻页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 用语音命令翻回上一页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→ 说"ok"切回手势 → 翻到末页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 问题反思与改进方向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当前方案的不足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（如挥手、画圈示意等复杂姿态）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2. Vosk在嘈杂环境（如会议室多人讨论）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下准确率明显下降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3. 匹配PPT文字依赖python-pptx预解析，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不支持图片内嵌文字或SmartArt中的文字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4. 摄像头固定，演讲者活动范围受限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5. 缺少多人场景下的指定主讲人支持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微软雅黑" panose="020B0503020204020204" charset="-122"/>
              </a:defRPr>
            </a:pPr>
            <a:r>
              <a:t>数据偏差、风险与优化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测试多为右手操作，缺少左撇子用户数据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手势阈值基于特定光照条件调参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隐私与安全：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摄像头画面本地处理（未加密传输）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建议增加用户知情同意提示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模型可解释性：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MediaPipe为端到端黑盒模型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手势分类依赖人工几何规则而非学习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▸ 后续优化方向：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引入Gesture Transformer识别连续手势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集成Whisper增强噪声鲁棒性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增加手势激光笔/涂鸦功能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   - 支持多手追踪 + 主讲人区分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 总结学习收获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698480" cy="1828800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2E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14400" y="14859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实现了8种手势的实时识别与稳定触发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集成了离线中文语音识别，支持多关键词命令与PPT文字匹配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实现了手势↔语音动态无缝切换，演讲者自由选择控制方式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系统兼容Microsoft PowerPoint和WPS两大主流演示平台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86125"/>
            <a:ext cx="10698480" cy="2286000"/>
          </a:xfrm>
          <a:prstGeom prst="rect">
            <a:avLst/>
          </a:prstGeom>
          <a:solidFill>
            <a:srgbClr val="1E5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2E"/>
                </a:solidFill>
                <a:latin typeface="微软雅黑" panose="020B0503020204020204" charset="-122"/>
              </a:defRPr>
            </a:pPr>
            <a:r>
              <a:t>学习收获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14400" y="3657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掌握了Vosk离线语音识别模型的部署与流式调用方法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实践了多模态人机交互系统的架构设计（双线程+队列+模式管理）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体会到数字媒体技术中"计算机视觉+语音处理+人机交互"的融合价值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• 认识到现实部署中的挑战：光照变化、噪声干扰、用户习惯差异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8A2E"/>
                </a:solidFill>
                <a:latin typeface="微软雅黑" panose="020B0503020204020204" charset="-122"/>
              </a:defRPr>
            </a:pPr>
            <a:r>
              <a:t>感谢聆听！欢迎提问。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数字媒体技术 课程汇报  |  基于MediaPipe + Vosk 的智能PPT控制系统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6,&quot;left&quot;:72,&quot;top&quot;:108,&quot;width&quot;:813.6}"/>
</p:tagLst>
</file>

<file path=ppt/tags/tag2.xml><?xml version="1.0" encoding="utf-8"?>
<p:tagLst xmlns:p="http://schemas.openxmlformats.org/presentationml/2006/main">
  <p:tag name="KSO_WM_DIAGRAM_VIRTUALLY_FRAME" val="{&quot;height&quot;:309.6,&quot;left&quot;:72,&quot;top&quot;:108,&quot;width&quot;:813.6}"/>
</p:tagLst>
</file>

<file path=ppt/tags/tag3.xml><?xml version="1.0" encoding="utf-8"?>
<p:tagLst xmlns:p="http://schemas.openxmlformats.org/presentationml/2006/main">
  <p:tag name="KSO_WM_DIAGRAM_VIRTUALLY_FRAME" val="{&quot;height&quot;:309.6,&quot;left&quot;:72,&quot;top&quot;:108,&quot;width&quot;:813.6}"/>
</p:tagLst>
</file>

<file path=ppt/tags/tag4.xml><?xml version="1.0" encoding="utf-8"?>
<p:tagLst xmlns:p="http://schemas.openxmlformats.org/presentationml/2006/main">
  <p:tag name="KSO_WM_DIAGRAM_VIRTUALLY_FRAME" val="{&quot;height&quot;:309.6,&quot;left&quot;:72,&quot;top&quot;:108,&quot;width&quot;:81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2837</Words>
  <Application>WPS 演示</Application>
  <PresentationFormat>On-screen Show (4:3)</PresentationFormat>
  <Paragraphs>231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王晨成</cp:lastModifiedBy>
  <cp:revision>2</cp:revision>
  <dcterms:created xsi:type="dcterms:W3CDTF">2013-01-27T09:14:00Z</dcterms:created>
  <dcterms:modified xsi:type="dcterms:W3CDTF">2026-06-09T11:58:10Z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897A89EAA4CD45518222A4C351F09930_12</vt:lpwstr>
  </property>
  <property fmtid="{D5CDD505-2E9C-101B-9397-08002B2CF9AE}" pid="3" name="KSOProductBuildVer">
    <vt:lpwstr>2052-12.1.0.26895</vt:lpwstr>
  </property>
</Properties>
</file>