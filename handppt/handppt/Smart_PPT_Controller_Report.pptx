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Smart PPT Controller based on MediaPipe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and Vosk Offline Speech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Arial"/>
              </a:defRPr>
            </a:pPr>
            <a:r>
              <a:t>Multimodal Human-Computer Interaction in Digital Media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Arial"/>
              </a:defRPr>
            </a:pPr>
            <a:r>
              <a:t>Digital Media Technology Course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7315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Arial"/>
              </a:defRPr>
            </a:pPr>
            <a:r>
              <a:t>Application Scenario &amp; Problem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468880"/>
            <a:ext cx="7315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Arial"/>
              </a:defRPr>
            </a:pPr>
            <a:r>
              <a:t>Deep Neural Network Model Selection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474720"/>
            <a:ext cx="7315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Arial"/>
              </a:defRPr>
            </a:pPr>
            <a:r>
              <a:t>Technical Route &amp; Implementation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480560"/>
            <a:ext cx="7315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Arial"/>
              </a:defRPr>
            </a:pPr>
            <a:r>
              <a:t>Results &amp; Case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5486400"/>
            <a:ext cx="7315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577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Arial"/>
              </a:defRPr>
            </a:pPr>
            <a:r>
              <a:t>Reflection &amp;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01  Application Scenario &amp; Problem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Arial"/>
              </a:defRPr>
            </a:pPr>
            <a:r>
              <a:t>Digital Media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Traditional clickers have limited functionality - no text highlighting, no voice control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Multimodal interaction (gesture+voice) enhances presentation naturalness and immersion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Applicable to: academic talks, product launches, classroom teaching, large 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Arial"/>
              </a:defRPr>
            </a:pPr>
            <a:r>
              <a:t>Problems to Solve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Variety of gesture recognition: swipe, OK, fist, finger count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Seamless switching between voice and gesture modes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Real-time requirement: latency &lt; 200ms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Arial"/>
              </a:defRPr>
            </a:pPr>
            <a:r>
              <a:t>Value in Digital 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Audio processing: offline Vosk speech recognition (16kHz)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Human-computer interaction: multimodal fusion prototype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Content production: voice-driven text localization &amp; highlight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02  Deep Neural Network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Arial"/>
              </a:defRPr>
            </a:pPr>
            <a:r>
              <a:t>Model 1: MediaPipe Hand Landmarker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Why suitable:</a:t>
            </a:r>
          </a:p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  - Mobile-optimized palm detection + keypoint pipeline</a:t>
            </a:r>
          </a:p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  - Outputs 21 3D hand keypoints, pixel-level accuracy</a:t>
            </a:r>
          </a:p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  - Inference: &lt; 30ms (GPU) / &lt; 80ms (CPU)</a:t>
            </a:r>
          </a:p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Input: 640x480 RGB image frame</a:t>
            </a:r>
          </a:p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Output: 21 hand landmarks (x,y,z) + confidence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Arial"/>
              </a:defRPr>
            </a:pPr>
            <a:r>
              <a:t>Model 2: Vosk Offline Speech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  Core: CNN (Time-delay) + LSTM + HMM</a:t>
            </a:r>
          </a:p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Why suitable:</a:t>
            </a:r>
          </a:p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  - Fully offline operation (privacy-preserving)</a:t>
            </a:r>
          </a:p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  - Chinese recognition accuracy &gt; 85% (clean environment)</a:t>
            </a:r>
          </a:p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  - Streaming inference (partial results in real-time)</a:t>
            </a:r>
          </a:p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Input: 16kHz mono PCM audio stream</a:t>
            </a:r>
          </a:p>
          <a:p>
            <a:pPr>
              <a:spcBef>
                <a:spcPts val="5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Output: recognized text (final + partial)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3C6E"/>
                </a:solidFill>
                <a:latin typeface="Arial"/>
              </a:defRPr>
            </a:pPr>
            <a:r>
              <a:t>Selection logic: MediaPipe provides real-time gesture -&gt; control command; Vosk provides speech -&gt; text matching. Complementary dual-modal control scheme.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03  Technical Route &amp;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560320" cy="2011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Arial"/>
              </a:defRPr>
            </a:pPr>
            <a:r>
              <a:t>Data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Camera: 640x480</a:t>
            </a:r>
            <a:br/>
            <a:r>
              <a:t>Microphone: 16kHz</a:t>
            </a:r>
            <a:br/>
            <a:r>
              <a:t>OpenCV capture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88720"/>
            <a:ext cx="2560320" cy="2011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280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Arial"/>
              </a:defRPr>
            </a:pPr>
            <a:r>
              <a:t>Model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MediaPipe -&gt; 21 keypoints</a:t>
            </a:r>
            <a:br/>
            <a:r>
              <a:t>Vosk -&gt; speech text</a:t>
            </a:r>
            <a:br/>
            <a:r>
              <a:t>Latency &lt; 100ms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2560320" cy="2011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Arial"/>
              </a:defRPr>
            </a:pPr>
            <a:r>
              <a:t>Recognition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Geometry rules -&gt; 8 gestures</a:t>
            </a:r>
            <a:br/>
            <a:r>
              <a:t>Keyword match -&gt; voice cmds</a:t>
            </a:r>
            <a:br/>
            <a:r>
              <a:t>Debounce/Cool-down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188720"/>
            <a:ext cx="2560320" cy="2011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280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Arial"/>
              </a:defRPr>
            </a:pPr>
            <a:r>
              <a:t>Execution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Keyboard: PageDown/Up</a:t>
            </a:r>
            <a:br/>
            <a:r>
              <a:t>COM: mouse highlight in PPT</a:t>
            </a:r>
            <a:br/>
            <a:r>
              <a:t>Mode switch mgmt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68A2E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68A2E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68A2E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Arial"/>
              </a:defRPr>
            </a:pPr>
            <a:r>
              <a:t>Key Implementation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Video: BGR-&gt;RGB conversion, no scaling (preserve landmark accuracy)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Audio: 16kHz PCM -&gt; Vosk streaming, silence detection (SILENCE_TIMEOUT=2s)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Tool Pipeline (python-pptx preprocess + runtime two threads):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Startup: python-pptx parses PPTX -&gt; creates {page: [(text, EMU pos)]} map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Main thread: capture frame -&gt; MediaPipe inf -&gt; gesture rules -&gt; key press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Voice thread: PyAudio capture -&gt; Vosk stream -&gt; partial/final -&gt; queue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Visualization: camera overlay showing mode, gesture name, page info, voice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03  Gesture Recognition Algorithm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51760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Arial"/>
              </a:defRPr>
            </a:pPr>
            <a:r>
              <a:t>Palm Right Swipe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Wrist X shift &gt; 80px</a:t>
            </a:r>
            <a:br/>
            <a:r>
              <a:t>delta(WRIST.x)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88720"/>
            <a:ext cx="2651760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Arial"/>
              </a:defRPr>
            </a:pPr>
            <a:r>
              <a:t>Palm Left Swipe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Wrist X shift &lt; -80px</a:t>
            </a:r>
            <a:br/>
            <a:r>
              <a:t>delta(WRIST.x)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2651760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Arial"/>
              </a:defRPr>
            </a:pPr>
            <a:r>
              <a:t>1 Finger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Only index finger</a:t>
            </a:r>
            <a:br/>
            <a:r>
              <a:t>extended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188720"/>
            <a:ext cx="2651760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Arial"/>
              </a:defRPr>
            </a:pPr>
            <a:r>
              <a:t>2 Fingers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0116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Index+middle</a:t>
            </a:r>
            <a:br/>
            <a:r>
              <a:t>extended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40"/>
            <a:ext cx="2651760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Arial"/>
              </a:defRPr>
            </a:pPr>
            <a:r>
              <a:t>OK Gesture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Thumb tip approx</a:t>
            </a:r>
            <a:br/>
            <a:r>
              <a:t>equal to index tip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749040"/>
            <a:ext cx="2651760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Arial"/>
              </a:defRPr>
            </a:pPr>
            <a:r>
              <a:t>Fist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572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All 4 fingers</a:t>
            </a:r>
            <a:br/>
            <a:r>
              <a:t>bent (curled)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749040"/>
            <a:ext cx="2651760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Arial"/>
              </a:defRPr>
            </a:pPr>
            <a:r>
              <a:t>Thumbs 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Thumb extended up</a:t>
            </a:r>
            <a:br/>
            <a:r>
              <a:t>others bent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749040"/>
            <a:ext cx="2651760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Arial"/>
              </a:defRPr>
            </a:pPr>
            <a:r>
              <a:t>5 Fingers 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572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All fingers</a:t>
            </a:r>
            <a:br/>
            <a:r>
              <a:t>extended wide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04  Results &amp; Case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Arial"/>
              </a:defRPr>
            </a:pPr>
            <a:r>
              <a:t>Functional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Palm swipe, 1/2 fingers -&gt; page turn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OK gesture -&gt; switch to voice mode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Fist, Thumbs up, 5 fingers -&gt; black/home/end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Vosk Chinese offline speech recognition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Voice commands for page/home/end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Text matching on slide -&gt; mouse highlight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Seamless gesture&lt;-&gt;voice switching (OK/say ok)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Adaptive debounce/cool-down mechanism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Compatible with Microsoft PowerPoint + WPS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Arial"/>
              </a:defRPr>
            </a:pPr>
            <a:r>
              <a:t>Evaluation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Gesture-&gt;page turn: &lt; 150ms (incl. stability check)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Voice-&gt;match: &lt; 500ms (streaming partial)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Accuracy: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OK gesture: &gt; 95% (threshold=40px)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Swipe gesture: &gt; 90% (3 stable frames + 2s cooldown)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Chinese speech: &gt; 85% (quiet environment)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User Experience: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No device contact required, high freedom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Precise voice highlight (EMU-&gt;screen pixel)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Robustness: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Works under varying lighting conditions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  - Adaptive frame-rate stabilization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05  Reflection &amp;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Arial"/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2. Vosk accuracy degrades in noisy environments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3. PPT highlight only works with MS PowerPoint (COM)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4. No user identification (multi-person scenario)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5. No gesture trail drawing / laser pointer on PPT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6. Fixed camera, limited mobility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Arial"/>
              </a:defRPr>
            </a:pPr>
            <a:r>
              <a:t>Risks &amp; Concerns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Privacy: camera feed processed locally, no encryption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Model interpretability: MediaPipe is a black box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Content hallucination: Vosk may produce "hallucinated" text, leading to false page turns or false highlights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Arial"/>
              </a:defRPr>
            </a:pPr>
            <a:r>
              <a:t>Future Optimization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2. Integrate Whisper online model for better noise robustness and multi-language support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3. Add gesture trail drawing + laser pointer simulation via COM in PPT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4. Support multi-person: MediaPipe multi-hand detection + designated controller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5. Cross-platform: WebSocket-based remote camera control via smartphone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DDDDD"/>
                </a:solidFill>
                <a:latin typeface="Arial"/>
              </a:defRPr>
            </a:pPr>
            <a:r>
              <a:t>This project builds a "gesture + voice" dual-modal PPT control system</a:t>
            </a:r>
            <a:br/>
            <a:r>
              <a:t>based on MediaPipe hand landmark detection and Vosk offline speech recognition.</a:t>
            </a:r>
            <a:br/>
            <a:br/>
            <a:r>
              <a:t>It implements 8 gesture types recognition, Chinese offline speech recognition,</a:t>
            </a:r>
            <a:br/>
            <a:r>
              <a:t>seamless gesture&lt;-&gt;voice mode switching, and voice-driven text highlighting in PPT.</a:t>
            </a:r>
            <a:br/>
            <a:br/>
            <a:r>
              <a:t>This system demonstrates practical value in digital media interaction</a:t>
            </a:r>
            <a:br/>
            <a:r>
              <a:t>and intelligent presentation scenarios.</a:t>
            </a:r>
            <a:br/>
            <a:br/>
            <a:r>
              <a:t>Future work includes Transformer-based dynamic gesture recognition,</a:t>
            </a:r>
            <a:br/>
            <a:r>
              <a:t>Whisper multi-language speech model, and gesture drawing on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8A2E"/>
                </a:solidFill>
                <a:latin typeface="Arial"/>
              </a:defRPr>
            </a:pPr>
            <a:r>
              <a:t>Thank you! 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